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umathi U" userId="2451a3ef3bb1db06" providerId="LiveId" clId="{09360BFA-FF3F-445E-AAF4-2B6A0631DC77}"/>
    <pc:docChg chg="custSel addSld delSld modSld sldOrd">
      <pc:chgData name="Sarumathi U" userId="2451a3ef3bb1db06" providerId="LiveId" clId="{09360BFA-FF3F-445E-AAF4-2B6A0631DC77}" dt="2026-08-20T09:06:25.489" v="640" actId="27636"/>
      <pc:docMkLst>
        <pc:docMk/>
      </pc:docMkLst>
      <pc:sldChg chg="addSp modSp mod">
        <pc:chgData name="Sarumathi U" userId="2451a3ef3bb1db06" providerId="LiveId" clId="{09360BFA-FF3F-445E-AAF4-2B6A0631DC77}" dt="2026-08-19T12:58:15.345" v="49" actId="14100"/>
        <pc:sldMkLst>
          <pc:docMk/>
          <pc:sldMk cId="3018904022" sldId="256"/>
        </pc:sldMkLst>
        <pc:picChg chg="add mod">
          <ac:chgData name="Sarumathi U" userId="2451a3ef3bb1db06" providerId="LiveId" clId="{09360BFA-FF3F-445E-AAF4-2B6A0631DC77}" dt="2026-08-19T12:58:15.345" v="49" actId="14100"/>
          <ac:picMkLst>
            <pc:docMk/>
            <pc:sldMk cId="3018904022" sldId="256"/>
            <ac:picMk id="5" creationId="{8EA7B690-E859-F539-6A54-A817F05B3240}"/>
          </ac:picMkLst>
        </pc:picChg>
      </pc:sldChg>
      <pc:sldChg chg="modSp new mod">
        <pc:chgData name="Sarumathi U" userId="2451a3ef3bb1db06" providerId="LiveId" clId="{09360BFA-FF3F-445E-AAF4-2B6A0631DC77}" dt="2026-08-20T07:46:37.895" v="626" actId="20577"/>
        <pc:sldMkLst>
          <pc:docMk/>
          <pc:sldMk cId="2600522025" sldId="257"/>
        </pc:sldMkLst>
        <pc:spChg chg="mod">
          <ac:chgData name="Sarumathi U" userId="2451a3ef3bb1db06" providerId="LiveId" clId="{09360BFA-FF3F-445E-AAF4-2B6A0631DC77}" dt="2026-08-19T12:48:40.749" v="2"/>
          <ac:spMkLst>
            <pc:docMk/>
            <pc:sldMk cId="2600522025" sldId="257"/>
            <ac:spMk id="2" creationId="{9D455D8E-2E4A-0BCC-AE7F-9E256094926C}"/>
          </ac:spMkLst>
        </pc:spChg>
        <pc:spChg chg="mod">
          <ac:chgData name="Sarumathi U" userId="2451a3ef3bb1db06" providerId="LiveId" clId="{09360BFA-FF3F-445E-AAF4-2B6A0631DC77}" dt="2026-08-20T07:46:37.895" v="626" actId="20577"/>
          <ac:spMkLst>
            <pc:docMk/>
            <pc:sldMk cId="2600522025" sldId="257"/>
            <ac:spMk id="3" creationId="{3EE0DFE4-8040-80E6-6983-5A44547818D6}"/>
          </ac:spMkLst>
        </pc:spChg>
      </pc:sldChg>
      <pc:sldChg chg="del">
        <pc:chgData name="Sarumathi U" userId="2451a3ef3bb1db06" providerId="LiveId" clId="{09360BFA-FF3F-445E-AAF4-2B6A0631DC77}" dt="2026-08-19T12:00:54.568" v="0" actId="47"/>
        <pc:sldMkLst>
          <pc:docMk/>
          <pc:sldMk cId="2925766159" sldId="257"/>
        </pc:sldMkLst>
      </pc:sldChg>
      <pc:sldChg chg="modSp new mod ord">
        <pc:chgData name="Sarumathi U" userId="2451a3ef3bb1db06" providerId="LiveId" clId="{09360BFA-FF3F-445E-AAF4-2B6A0631DC77}" dt="2026-08-20T07:44:44.529" v="597" actId="20577"/>
        <pc:sldMkLst>
          <pc:docMk/>
          <pc:sldMk cId="2499356168" sldId="258"/>
        </pc:sldMkLst>
        <pc:spChg chg="mod">
          <ac:chgData name="Sarumathi U" userId="2451a3ef3bb1db06" providerId="LiveId" clId="{09360BFA-FF3F-445E-AAF4-2B6A0631DC77}" dt="2026-08-19T12:56:20.818" v="37" actId="207"/>
          <ac:spMkLst>
            <pc:docMk/>
            <pc:sldMk cId="2499356168" sldId="258"/>
            <ac:spMk id="2" creationId="{6FFA5B50-4C06-2A78-632A-57BC6F00C0D0}"/>
          </ac:spMkLst>
        </pc:spChg>
        <pc:spChg chg="mod">
          <ac:chgData name="Sarumathi U" userId="2451a3ef3bb1db06" providerId="LiveId" clId="{09360BFA-FF3F-445E-AAF4-2B6A0631DC77}" dt="2026-08-20T07:44:44.529" v="597" actId="20577"/>
          <ac:spMkLst>
            <pc:docMk/>
            <pc:sldMk cId="2499356168" sldId="258"/>
            <ac:spMk id="3" creationId="{8C584B31-DE61-826D-B029-846DBD712393}"/>
          </ac:spMkLst>
        </pc:spChg>
      </pc:sldChg>
      <pc:sldChg chg="modSp new mod">
        <pc:chgData name="Sarumathi U" userId="2451a3ef3bb1db06" providerId="LiveId" clId="{09360BFA-FF3F-445E-AAF4-2B6A0631DC77}" dt="2026-08-19T13:02:22.965" v="66" actId="2711"/>
        <pc:sldMkLst>
          <pc:docMk/>
          <pc:sldMk cId="1142034977" sldId="259"/>
        </pc:sldMkLst>
        <pc:spChg chg="mod">
          <ac:chgData name="Sarumathi U" userId="2451a3ef3bb1db06" providerId="LiveId" clId="{09360BFA-FF3F-445E-AAF4-2B6A0631DC77}" dt="2026-08-19T13:01:13.455" v="53"/>
          <ac:spMkLst>
            <pc:docMk/>
            <pc:sldMk cId="1142034977" sldId="259"/>
            <ac:spMk id="2" creationId="{25A46958-F0BF-E094-3CB5-6AF13EE65EB4}"/>
          </ac:spMkLst>
        </pc:spChg>
        <pc:spChg chg="mod">
          <ac:chgData name="Sarumathi U" userId="2451a3ef3bb1db06" providerId="LiveId" clId="{09360BFA-FF3F-445E-AAF4-2B6A0631DC77}" dt="2026-08-19T13:02:22.965" v="66" actId="2711"/>
          <ac:spMkLst>
            <pc:docMk/>
            <pc:sldMk cId="1142034977" sldId="259"/>
            <ac:spMk id="3" creationId="{C05A9F97-90B3-F470-3F23-B14D7A057131}"/>
          </ac:spMkLst>
        </pc:spChg>
      </pc:sldChg>
      <pc:sldChg chg="modSp new mod">
        <pc:chgData name="Sarumathi U" userId="2451a3ef3bb1db06" providerId="LiveId" clId="{09360BFA-FF3F-445E-AAF4-2B6A0631DC77}" dt="2026-08-19T13:15:23.429" v="313" actId="20577"/>
        <pc:sldMkLst>
          <pc:docMk/>
          <pc:sldMk cId="1691688661" sldId="260"/>
        </pc:sldMkLst>
        <pc:spChg chg="mod">
          <ac:chgData name="Sarumathi U" userId="2451a3ef3bb1db06" providerId="LiveId" clId="{09360BFA-FF3F-445E-AAF4-2B6A0631DC77}" dt="2026-08-19T13:03:37.222" v="70"/>
          <ac:spMkLst>
            <pc:docMk/>
            <pc:sldMk cId="1691688661" sldId="260"/>
            <ac:spMk id="2" creationId="{0D16DB27-152C-A302-8CA5-A67D5E96C6C2}"/>
          </ac:spMkLst>
        </pc:spChg>
        <pc:spChg chg="mod">
          <ac:chgData name="Sarumathi U" userId="2451a3ef3bb1db06" providerId="LiveId" clId="{09360BFA-FF3F-445E-AAF4-2B6A0631DC77}" dt="2026-08-19T13:15:23.429" v="313" actId="20577"/>
          <ac:spMkLst>
            <pc:docMk/>
            <pc:sldMk cId="1691688661" sldId="260"/>
            <ac:spMk id="3" creationId="{FD740A8E-46EA-8B1B-0D58-58723627F826}"/>
          </ac:spMkLst>
        </pc:spChg>
      </pc:sldChg>
      <pc:sldChg chg="modSp new mod">
        <pc:chgData name="Sarumathi U" userId="2451a3ef3bb1db06" providerId="LiveId" clId="{09360BFA-FF3F-445E-AAF4-2B6A0631DC77}" dt="2026-08-19T13:30:49.903" v="365" actId="14100"/>
        <pc:sldMkLst>
          <pc:docMk/>
          <pc:sldMk cId="1418603161" sldId="261"/>
        </pc:sldMkLst>
        <pc:spChg chg="mod">
          <ac:chgData name="Sarumathi U" userId="2451a3ef3bb1db06" providerId="LiveId" clId="{09360BFA-FF3F-445E-AAF4-2B6A0631DC77}" dt="2026-08-19T13:25:40.746" v="326" actId="2711"/>
          <ac:spMkLst>
            <pc:docMk/>
            <pc:sldMk cId="1418603161" sldId="261"/>
            <ac:spMk id="2" creationId="{DB468D7B-219B-0A78-6D84-5B4C3EE333DC}"/>
          </ac:spMkLst>
        </pc:spChg>
        <pc:spChg chg="mod">
          <ac:chgData name="Sarumathi U" userId="2451a3ef3bb1db06" providerId="LiveId" clId="{09360BFA-FF3F-445E-AAF4-2B6A0631DC77}" dt="2026-08-19T13:30:49.903" v="365" actId="14100"/>
          <ac:spMkLst>
            <pc:docMk/>
            <pc:sldMk cId="1418603161" sldId="261"/>
            <ac:spMk id="3" creationId="{C0D65C76-59E5-BBF0-9831-260C14DC61C1}"/>
          </ac:spMkLst>
        </pc:spChg>
      </pc:sldChg>
      <pc:sldChg chg="modSp new mod">
        <pc:chgData name="Sarumathi U" userId="2451a3ef3bb1db06" providerId="LiveId" clId="{09360BFA-FF3F-445E-AAF4-2B6A0631DC77}" dt="2026-08-19T13:30:38.718" v="364" actId="27636"/>
        <pc:sldMkLst>
          <pc:docMk/>
          <pc:sldMk cId="553025311" sldId="262"/>
        </pc:sldMkLst>
        <pc:spChg chg="mod">
          <ac:chgData name="Sarumathi U" userId="2451a3ef3bb1db06" providerId="LiveId" clId="{09360BFA-FF3F-445E-AAF4-2B6A0631DC77}" dt="2026-08-19T13:28:43.400" v="338" actId="2711"/>
          <ac:spMkLst>
            <pc:docMk/>
            <pc:sldMk cId="553025311" sldId="262"/>
            <ac:spMk id="2" creationId="{C30AA32A-FBC2-8E58-0EA3-B4F01F968B42}"/>
          </ac:spMkLst>
        </pc:spChg>
        <pc:spChg chg="mod">
          <ac:chgData name="Sarumathi U" userId="2451a3ef3bb1db06" providerId="LiveId" clId="{09360BFA-FF3F-445E-AAF4-2B6A0631DC77}" dt="2026-08-19T13:30:38.718" v="364" actId="27636"/>
          <ac:spMkLst>
            <pc:docMk/>
            <pc:sldMk cId="553025311" sldId="262"/>
            <ac:spMk id="3" creationId="{AB7C32AD-46C2-4709-4F2B-7C9A96FAB192}"/>
          </ac:spMkLst>
        </pc:spChg>
      </pc:sldChg>
      <pc:sldChg chg="modSp new mod">
        <pc:chgData name="Sarumathi U" userId="2451a3ef3bb1db06" providerId="LiveId" clId="{09360BFA-FF3F-445E-AAF4-2B6A0631DC77}" dt="2026-08-20T09:05:37.668" v="638" actId="20577"/>
        <pc:sldMkLst>
          <pc:docMk/>
          <pc:sldMk cId="1867697365" sldId="263"/>
        </pc:sldMkLst>
        <pc:spChg chg="mod">
          <ac:chgData name="Sarumathi U" userId="2451a3ef3bb1db06" providerId="LiveId" clId="{09360BFA-FF3F-445E-AAF4-2B6A0631DC77}" dt="2026-08-19T13:31:36.855" v="369" actId="2711"/>
          <ac:spMkLst>
            <pc:docMk/>
            <pc:sldMk cId="1867697365" sldId="263"/>
            <ac:spMk id="2" creationId="{F7F239FA-DA85-1950-6EEF-878825612D8D}"/>
          </ac:spMkLst>
        </pc:spChg>
        <pc:spChg chg="mod">
          <ac:chgData name="Sarumathi U" userId="2451a3ef3bb1db06" providerId="LiveId" clId="{09360BFA-FF3F-445E-AAF4-2B6A0631DC77}" dt="2026-08-20T09:05:37.668" v="638" actId="20577"/>
          <ac:spMkLst>
            <pc:docMk/>
            <pc:sldMk cId="1867697365" sldId="263"/>
            <ac:spMk id="3" creationId="{2E643A61-86F9-9BA2-FB53-0B8DC8F168E8}"/>
          </ac:spMkLst>
        </pc:spChg>
      </pc:sldChg>
      <pc:sldChg chg="modSp new mod">
        <pc:chgData name="Sarumathi U" userId="2451a3ef3bb1db06" providerId="LiveId" clId="{09360BFA-FF3F-445E-AAF4-2B6A0631DC77}" dt="2026-08-19T13:42:38.457" v="397" actId="2711"/>
        <pc:sldMkLst>
          <pc:docMk/>
          <pc:sldMk cId="1701423064" sldId="264"/>
        </pc:sldMkLst>
        <pc:spChg chg="mod">
          <ac:chgData name="Sarumathi U" userId="2451a3ef3bb1db06" providerId="LiveId" clId="{09360BFA-FF3F-445E-AAF4-2B6A0631DC77}" dt="2026-08-19T13:40:53.047" v="393" actId="2711"/>
          <ac:spMkLst>
            <pc:docMk/>
            <pc:sldMk cId="1701423064" sldId="264"/>
            <ac:spMk id="2" creationId="{D90859D8-E35F-23CE-2D18-05E4666876DC}"/>
          </ac:spMkLst>
        </pc:spChg>
        <pc:spChg chg="mod">
          <ac:chgData name="Sarumathi U" userId="2451a3ef3bb1db06" providerId="LiveId" clId="{09360BFA-FF3F-445E-AAF4-2B6A0631DC77}" dt="2026-08-19T13:42:38.457" v="397" actId="2711"/>
          <ac:spMkLst>
            <pc:docMk/>
            <pc:sldMk cId="1701423064" sldId="264"/>
            <ac:spMk id="3" creationId="{F161524D-6EAE-C311-3F27-D435C56BCF59}"/>
          </ac:spMkLst>
        </pc:spChg>
      </pc:sldChg>
      <pc:sldChg chg="addSp modSp new mod">
        <pc:chgData name="Sarumathi U" userId="2451a3ef3bb1db06" providerId="LiveId" clId="{09360BFA-FF3F-445E-AAF4-2B6A0631DC77}" dt="2026-08-19T13:50:12.698" v="407" actId="14100"/>
        <pc:sldMkLst>
          <pc:docMk/>
          <pc:sldMk cId="2082498097" sldId="265"/>
        </pc:sldMkLst>
        <pc:picChg chg="add mod">
          <ac:chgData name="Sarumathi U" userId="2451a3ef3bb1db06" providerId="LiveId" clId="{09360BFA-FF3F-445E-AAF4-2B6A0631DC77}" dt="2026-08-19T13:50:12.698" v="407" actId="14100"/>
          <ac:picMkLst>
            <pc:docMk/>
            <pc:sldMk cId="2082498097" sldId="265"/>
            <ac:picMk id="3" creationId="{8B5FA294-329B-D257-3497-CD2E714015EC}"/>
          </ac:picMkLst>
        </pc:picChg>
      </pc:sldChg>
      <pc:sldChg chg="addSp modSp new mod">
        <pc:chgData name="Sarumathi U" userId="2451a3ef3bb1db06" providerId="LiveId" clId="{09360BFA-FF3F-445E-AAF4-2B6A0631DC77}" dt="2026-08-19T13:51:26.636" v="417" actId="14100"/>
        <pc:sldMkLst>
          <pc:docMk/>
          <pc:sldMk cId="294754424" sldId="266"/>
        </pc:sldMkLst>
        <pc:picChg chg="add mod">
          <ac:chgData name="Sarumathi U" userId="2451a3ef3bb1db06" providerId="LiveId" clId="{09360BFA-FF3F-445E-AAF4-2B6A0631DC77}" dt="2026-08-19T13:51:26.636" v="417" actId="14100"/>
          <ac:picMkLst>
            <pc:docMk/>
            <pc:sldMk cId="294754424" sldId="266"/>
            <ac:picMk id="3" creationId="{56BE02A9-49B0-6AD2-65D5-F8621EF60328}"/>
          </ac:picMkLst>
        </pc:picChg>
      </pc:sldChg>
      <pc:sldChg chg="addSp modSp new mod">
        <pc:chgData name="Sarumathi U" userId="2451a3ef3bb1db06" providerId="LiveId" clId="{09360BFA-FF3F-445E-AAF4-2B6A0631DC77}" dt="2026-08-19T13:52:52.939" v="423" actId="14100"/>
        <pc:sldMkLst>
          <pc:docMk/>
          <pc:sldMk cId="1811884354" sldId="267"/>
        </pc:sldMkLst>
        <pc:picChg chg="add mod">
          <ac:chgData name="Sarumathi U" userId="2451a3ef3bb1db06" providerId="LiveId" clId="{09360BFA-FF3F-445E-AAF4-2B6A0631DC77}" dt="2026-08-19T13:52:52.939" v="423" actId="14100"/>
          <ac:picMkLst>
            <pc:docMk/>
            <pc:sldMk cId="1811884354" sldId="267"/>
            <ac:picMk id="3" creationId="{97112B03-C962-0ABB-55E7-8ACC6EF24106}"/>
          </ac:picMkLst>
        </pc:picChg>
      </pc:sldChg>
      <pc:sldChg chg="modSp new mod">
        <pc:chgData name="Sarumathi U" userId="2451a3ef3bb1db06" providerId="LiveId" clId="{09360BFA-FF3F-445E-AAF4-2B6A0631DC77}" dt="2026-08-20T09:06:25.489" v="640" actId="27636"/>
        <pc:sldMkLst>
          <pc:docMk/>
          <pc:sldMk cId="2109477199" sldId="268"/>
        </pc:sldMkLst>
        <pc:spChg chg="mod">
          <ac:chgData name="Sarumathi U" userId="2451a3ef3bb1db06" providerId="LiveId" clId="{09360BFA-FF3F-445E-AAF4-2B6A0631DC77}" dt="2026-08-19T13:53:47.879" v="431" actId="207"/>
          <ac:spMkLst>
            <pc:docMk/>
            <pc:sldMk cId="2109477199" sldId="268"/>
            <ac:spMk id="2" creationId="{21AC1126-668D-6D1F-D1BA-BE7B38251800}"/>
          </ac:spMkLst>
        </pc:spChg>
        <pc:spChg chg="mod">
          <ac:chgData name="Sarumathi U" userId="2451a3ef3bb1db06" providerId="LiveId" clId="{09360BFA-FF3F-445E-AAF4-2B6A0631DC77}" dt="2026-08-20T09:06:25.489" v="640" actId="27636"/>
          <ac:spMkLst>
            <pc:docMk/>
            <pc:sldMk cId="2109477199" sldId="268"/>
            <ac:spMk id="3" creationId="{489C9028-1225-F633-0D99-28DFAADCB07F}"/>
          </ac:spMkLst>
        </pc:spChg>
      </pc:sldChg>
      <pc:sldChg chg="addSp delSp modSp new mod">
        <pc:chgData name="Sarumathi U" userId="2451a3ef3bb1db06" providerId="LiveId" clId="{09360BFA-FF3F-445E-AAF4-2B6A0631DC77}" dt="2026-08-19T14:02:52.157" v="530" actId="2711"/>
        <pc:sldMkLst>
          <pc:docMk/>
          <pc:sldMk cId="169450529" sldId="269"/>
        </pc:sldMkLst>
        <pc:spChg chg="mod">
          <ac:chgData name="Sarumathi U" userId="2451a3ef3bb1db06" providerId="LiveId" clId="{09360BFA-FF3F-445E-AAF4-2B6A0631DC77}" dt="2026-08-19T14:02:52.157" v="530" actId="2711"/>
          <ac:spMkLst>
            <pc:docMk/>
            <pc:sldMk cId="169450529" sldId="269"/>
            <ac:spMk id="2" creationId="{9C013018-9551-4FA2-26AE-633682D46D88}"/>
          </ac:spMkLst>
        </pc:spChg>
        <pc:spChg chg="mod">
          <ac:chgData name="Sarumathi U" userId="2451a3ef3bb1db06" providerId="LiveId" clId="{09360BFA-FF3F-445E-AAF4-2B6A0631DC77}" dt="2026-08-19T14:00:30.995" v="515" actId="255"/>
          <ac:spMkLst>
            <pc:docMk/>
            <pc:sldMk cId="169450529" sldId="269"/>
            <ac:spMk id="3" creationId="{B3F23883-EA48-143E-17B7-9FDB5EA3AD91}"/>
          </ac:spMkLst>
        </pc:spChg>
        <pc:spChg chg="add del mod">
          <ac:chgData name="Sarumathi U" userId="2451a3ef3bb1db06" providerId="LiveId" clId="{09360BFA-FF3F-445E-AAF4-2B6A0631DC77}" dt="2026-08-19T14:02:04.489" v="528"/>
          <ac:spMkLst>
            <pc:docMk/>
            <pc:sldMk cId="169450529" sldId="269"/>
            <ac:spMk id="5" creationId="{B20AC384-31D7-39AA-5970-89F0E47AB7E3}"/>
          </ac:spMkLst>
        </pc:spChg>
      </pc:sldChg>
      <pc:sldChg chg="modSp new mod">
        <pc:chgData name="Sarumathi U" userId="2451a3ef3bb1db06" providerId="LiveId" clId="{09360BFA-FF3F-445E-AAF4-2B6A0631DC77}" dt="2026-08-20T04:31:27.071" v="576" actId="14100"/>
        <pc:sldMkLst>
          <pc:docMk/>
          <pc:sldMk cId="4103057444" sldId="270"/>
        </pc:sldMkLst>
        <pc:spChg chg="mod">
          <ac:chgData name="Sarumathi U" userId="2451a3ef3bb1db06" providerId="LiveId" clId="{09360BFA-FF3F-445E-AAF4-2B6A0631DC77}" dt="2026-08-20T04:31:27.071" v="576" actId="14100"/>
          <ac:spMkLst>
            <pc:docMk/>
            <pc:sldMk cId="4103057444" sldId="270"/>
            <ac:spMk id="2" creationId="{9C51D590-F641-D0A2-E781-5FF8188A8EFE}"/>
          </ac:spMkLst>
        </pc:spChg>
      </pc:sldChg>
      <pc:sldChg chg="new del">
        <pc:chgData name="Sarumathi U" userId="2451a3ef3bb1db06" providerId="LiveId" clId="{09360BFA-FF3F-445E-AAF4-2B6A0631DC77}" dt="2026-08-19T14:25:39.216" v="533" actId="47"/>
        <pc:sldMkLst>
          <pc:docMk/>
          <pc:sldMk cId="1463917835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DD3E8-98D8-399B-8687-5AE448140F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Sales analysis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 analytics capstone project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| SQL | Python | Power BI</a:t>
            </a:r>
            <a:br>
              <a:rPr lang="en-IN" altLang="en-US" sz="3200" dirty="0">
                <a:solidFill>
                  <a:srgbClr val="000000"/>
                </a:solidFill>
                <a:latin typeface="Segoe UI Semibold" panose="020B0702040204020203" charset="0"/>
                <a:cs typeface="Segoe UI Semibold" panose="020B0702040204020203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E8D0D-97A2-252A-25DC-6552928338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:Sarumathi u</a:t>
            </a:r>
            <a:endParaRPr lang="en-IN" dirty="0">
              <a:solidFill>
                <a:schemeClr val="bg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raphic 4" descr="Business Growth RTL">
            <a:extLst>
              <a:ext uri="{FF2B5EF4-FFF2-40B4-BE49-F238E27FC236}">
                <a16:creationId xmlns:a16="http://schemas.microsoft.com/office/drawing/2014/main" id="{8EA7B690-E859-F539-6A54-A817F05B3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4467" y="2553128"/>
            <a:ext cx="2142162" cy="214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904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A5B50-4C06-2A78-632A-57BC6F00C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84B31-DE61-826D-B029-846DBD712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Deployed retail analytics system via SQL, Excel data, Python, and Power BI.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Analyze sales, orders, customers, products, and segments of customers.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dashboard assists in monitoring KPIs and detecting growth potential.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9356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55D8E-2E4A-0BCC-AE7F-9E2560949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>
                <a:solidFill>
                  <a:srgbClr val="261E17"/>
                </a:solidFill>
                <a:latin typeface="Segoe UI Semibold" panose="020B0702040204020203" charset="0"/>
                <a:cs typeface="Segoe UI Semibold" panose="020B0702040204020203" charset="0"/>
              </a:rPr>
              <a:t>Problem Statement</a:t>
            </a:r>
            <a:br>
              <a:rPr lang="en-IN" altLang="en-US" dirty="0">
                <a:solidFill>
                  <a:srgbClr val="261E17"/>
                </a:solidFill>
                <a:latin typeface="Segoe UI Semibold" panose="020B0702040204020203" charset="0"/>
                <a:cs typeface="Segoe UI Semibold" panose="020B0702040204020203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0DFE4-8040-80E6-6983-5A4454781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200000"/>
              </a:lnSpc>
              <a:tabLst>
                <a:tab pos="0" algn="l"/>
              </a:tabLst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Retail data is generated across sales, customers, products, stores and staffs.</a:t>
            </a:r>
          </a:p>
          <a:p>
            <a:pPr algn="just">
              <a:lnSpc>
                <a:spcPct val="200000"/>
              </a:lnSpc>
              <a:tabLst>
                <a:tab pos="0" algn="l"/>
              </a:tabLst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Analyzing these data sources separately makes it difficult to get a complete view of business performance.</a:t>
            </a:r>
          </a:p>
          <a:p>
            <a:pPr algn="just">
              <a:lnSpc>
                <a:spcPct val="200000"/>
              </a:lnSpc>
              <a:tabLst>
                <a:tab pos="0" algn="l"/>
              </a:tabLst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structured analytics approach to identify sales trends, customer behaviour and operational issues.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0522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6958-F0BF-E094-3CB5-6AF13EE65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A9F97-90B3-F470-3F23-B14D7A057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Calculation of KPIs for sales: revenue, orders, customers, average order value.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Analysis of performance of products and categories and their top contributors. 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of customers based on purchasing behavior.</a:t>
            </a:r>
          </a:p>
          <a:p>
            <a:pPr algn="just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Filtering and visualization on the dashboard for quick decision-making.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034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DB27-152C-A302-8CA5-A67D5E96C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40A8E-46EA-8B1B-0D58-58723627F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Set for customer segmentation: 1,445 observations and 5 variables. Workbook order-items: Brands, Order items, Category details, Orders, Stocks, Stores, Staffs, Products. 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project is utilized for querying, joining, aggregating, and data preparation. 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project is to getting the Customer Segment datasets and Viewing the graph chart using  pandas, seaborn and matplotlib.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is used for data modelling, DAX measure, visualization, and dashboard report.</a:t>
            </a:r>
          </a:p>
        </p:txBody>
      </p:sp>
    </p:spTree>
    <p:extLst>
      <p:ext uri="{BB962C8B-B14F-4D97-AF65-F5344CB8AC3E}">
        <p14:creationId xmlns:p14="http://schemas.microsoft.com/office/powerpoint/2010/main" val="1691688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68D7B-219B-0A78-6D84-5B4C3EE33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Excel: Data Preparation</a:t>
            </a:r>
            <a:br>
              <a:rPr lang="en-US" altLang="en-US" dirty="0">
                <a:solidFill>
                  <a:srgbClr val="000000"/>
                </a:solidFill>
                <a:latin typeface="Segoe UI Semibold" panose="020B0702040204020203" charset="0"/>
                <a:cs typeface="Segoe UI Semibold" panose="020B0702040204020203" charset="0"/>
              </a:rPr>
            </a:b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65C76-59E5-BBF0-9831-260C14DC6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05510"/>
            <a:ext cx="9905999" cy="4085691"/>
          </a:xfrm>
        </p:spPr>
        <p:txBody>
          <a:bodyPr/>
          <a:lstStyle/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Cleaned and standardized the raw data</a:t>
            </a: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/ inconsistent values</a:t>
            </a: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lookup and calculation functions</a:t>
            </a: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Performed initial analysis using Pivot Tables</a:t>
            </a: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the data for database analysis</a:t>
            </a:r>
          </a:p>
          <a:p>
            <a:pPr marL="0" indent="0">
              <a:buNone/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603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AA32A-FBC2-8E58-0EA3-B4F01F968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MySQL: Data Analysis</a:t>
            </a:r>
            <a:br>
              <a:rPr lang="en-US" altLang="en-US" dirty="0">
                <a:solidFill>
                  <a:srgbClr val="000000"/>
                </a:solidFill>
                <a:latin typeface="Segoe UI Semibold" panose="020B0702040204020203" charset="0"/>
                <a:cs typeface="Segoe UI Semibold" panose="020B0702040204020203" charset="0"/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C32AD-46C2-4709-4F2B-7C9A96FAB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71946"/>
            <a:ext cx="9995775" cy="5286053"/>
          </a:xfrm>
        </p:spPr>
        <p:txBody>
          <a:bodyPr>
            <a:normAutofit fontScale="40000" lnSpcReduction="20000"/>
          </a:bodyPr>
          <a:lstStyle/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altLang="en-US" sz="4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Imported the cleaned data into relational tables</a:t>
            </a: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altLang="en-US" sz="4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Worked with tables such as orders, customers, products, stores and staff</a:t>
            </a: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altLang="en-US" sz="4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JOINs to combine related data</a:t>
            </a: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altLang="en-US" sz="4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aggregations and business queries</a:t>
            </a:r>
          </a:p>
          <a:p>
            <a:pPr marL="0"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altLang="en-US" sz="5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Analyzed:</a:t>
            </a: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altLang="en-US" sz="4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</a:t>
            </a: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altLang="en-US" sz="4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Top-selling products</a:t>
            </a: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altLang="en-US" sz="4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purchases</a:t>
            </a: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altLang="en-US" sz="4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Staff performance</a:t>
            </a: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altLang="en-US" sz="4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Low-stock products</a:t>
            </a:r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altLang="en-US" sz="4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the customer segments table </a:t>
            </a:r>
            <a:r>
              <a:rPr lang="en-IN" altLang="en-US" sz="4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en-US" sz="4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Python-based segmentation results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025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239FA-DA85-1950-6EEF-878825612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Python: Exploratory Data Analysis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43A61-86F9-9BA2-FB53-0B8DC8F16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200000"/>
              </a:lnSpc>
              <a:tabLst>
                <a:tab pos="0" algn="l"/>
              </a:tabLs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Extracted data from MySQL using Python</a:t>
            </a:r>
          </a:p>
          <a:p>
            <a:pPr algn="just">
              <a:lnSpc>
                <a:spcPct val="200000"/>
              </a:lnSpc>
              <a:tabLst>
                <a:tab pos="0" algn="l"/>
              </a:tabLs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Pandas for data preparation &amp; analysis</a:t>
            </a:r>
          </a:p>
          <a:p>
            <a:pPr algn="just">
              <a:lnSpc>
                <a:spcPct val="200000"/>
              </a:lnSpc>
              <a:tabLst>
                <a:tab pos="0" algn="l"/>
              </a:tabLs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Performed EDA to identify patterns and trends</a:t>
            </a:r>
          </a:p>
          <a:p>
            <a:pPr algn="just">
              <a:lnSpc>
                <a:spcPct val="200000"/>
              </a:lnSpc>
              <a:tabLst>
                <a:tab pos="0" algn="l"/>
              </a:tabLs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Analyzed sales, customer and order behaviour</a:t>
            </a:r>
          </a:p>
          <a:p>
            <a:pPr algn="just">
              <a:lnSpc>
                <a:spcPct val="200000"/>
              </a:lnSpc>
              <a:tabLst>
                <a:tab pos="0" algn="l"/>
              </a:tabLs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Performed RFM-based segmentation and visualization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697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859D8-E35F-23CE-2D18-05E466687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BI: Dashboard &amp; Visualization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1524D-6EAE-C311-3F27-D435C56BC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200000"/>
              </a:lnSpc>
              <a:tabLst>
                <a:tab pos="0" algn="l"/>
              </a:tabLs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the analyzed retail data into an interactive dashboard</a:t>
            </a:r>
          </a:p>
          <a:p>
            <a:pPr algn="just">
              <a:lnSpc>
                <a:spcPct val="200000"/>
              </a:lnSpc>
              <a:tabLst>
                <a:tab pos="0" algn="l"/>
              </a:tabLs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sales, product, customer and operational performance in one view</a:t>
            </a:r>
          </a:p>
          <a:p>
            <a:pPr algn="just">
              <a:lnSpc>
                <a:spcPct val="200000"/>
              </a:lnSpc>
              <a:tabLst>
                <a:tab pos="0" algn="l"/>
              </a:tabLs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KPIs, filters and interactive visuals to explore the data</a:t>
            </a:r>
          </a:p>
          <a:p>
            <a:pPr algn="just">
              <a:lnSpc>
                <a:spcPct val="200000"/>
              </a:lnSpc>
              <a:tabLst>
                <a:tab pos="0" algn="l"/>
              </a:tabLs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Enabled quick identification of sales trends, top products, customer patterns and stock issues</a:t>
            </a:r>
          </a:p>
          <a:p>
            <a:pPr algn="just">
              <a:lnSpc>
                <a:spcPct val="200000"/>
              </a:lnSpc>
              <a:tabLst>
                <a:tab pos="0" algn="l"/>
              </a:tabLs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Interactive dashboard for monitoring retail performance and business insights</a:t>
            </a:r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1423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5FA294-329B-D257-3497-CD2E71401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045" y="441790"/>
            <a:ext cx="10089221" cy="604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498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BE02A9-49B0-6AD2-65D5-F8621EF60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963" y="616450"/>
            <a:ext cx="9277564" cy="594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54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112B03-C962-0ABB-55E7-8ACC6EF24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544" y="56679"/>
            <a:ext cx="9894013" cy="603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884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C1126-668D-6D1F-D1BA-BE7B38251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C9028-1225-F633-0D99-28DFAADCB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Product Category: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“Mountain Bikes" appears to be a significant revenue driver.</a:t>
            </a:r>
          </a:p>
          <a:p>
            <a:pPr algn="just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Segments: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The business has a large "New" customer base, but revenue is heavily concentrated in the "At Risk" segment, suggesting a need for loyalty and re-engagement programs.</a:t>
            </a:r>
          </a:p>
          <a:p>
            <a:pPr algn="just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Staff Performance: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Clear performance metrics can guide training and recognition programs.</a:t>
            </a:r>
          </a:p>
          <a:p>
            <a:pPr marL="0" indent="0">
              <a:buNone/>
            </a:pP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477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13018-9551-4FA2-26AE-633682D46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Project Outcome</a:t>
            </a:r>
            <a:br>
              <a:rPr lang="en-US" altLang="en-US" dirty="0">
                <a:solidFill>
                  <a:srgbClr val="000000"/>
                </a:solidFill>
                <a:latin typeface="Segoe UI Semibold" panose="020B0702040204020203" charset="0"/>
                <a:cs typeface="Segoe UI Semibold" panose="020B0702040204020203" charset="0"/>
                <a:sym typeface="+mn-e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23883-EA48-143E-17B7-9FDB5EA3A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Retail Data Analytics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→ Data Cleaning &amp; Preparation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 → Database Management &amp; SQL Analysis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→ Exploratory Data Analysis &amp; RFM Segmentation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→ Interactive Dashboard &amp; Visualization</a:t>
            </a:r>
          </a:p>
          <a:p>
            <a:pPr marL="0"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altLang="en-US" sz="2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Outcome: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2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now know exactly who our best customers are, which products to push, which stores are underperforming, and when inventory is about to run out—all in one place."</a:t>
            </a:r>
            <a:endParaRPr lang="en-IN" sz="2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50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1D590-F641-D0A2-E781-5FF8188A8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311684"/>
            <a:ext cx="9905998" cy="1736334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THANK YOU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0574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{30F1CF57-98AF-4C4D-9591-320B9B5C68EA}TF6d5feb1e-e145-43f1-b745-cb4b54c5ee97c08fbe0c-84ec64d2cf32</Template>
  <TotalTime>293</TotalTime>
  <Words>594</Words>
  <Application>Microsoft Office PowerPoint</Application>
  <PresentationFormat>Widescreen</PresentationFormat>
  <Paragraphs>63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Segoe UI Semibold</vt:lpstr>
      <vt:lpstr>Times New Roman</vt:lpstr>
      <vt:lpstr>Tw Cen MT</vt:lpstr>
      <vt:lpstr>Circuit</vt:lpstr>
      <vt:lpstr>Retail Sales analysis Data  analytics capstone project Excel | SQL | Python | Power BI </vt:lpstr>
      <vt:lpstr>introduction</vt:lpstr>
      <vt:lpstr>Problem Statement </vt:lpstr>
      <vt:lpstr>Project Objectives</vt:lpstr>
      <vt:lpstr>Data &amp; Technology</vt:lpstr>
      <vt:lpstr>Excel: Data Preparation </vt:lpstr>
      <vt:lpstr>MySQL: Data Analysis </vt:lpstr>
      <vt:lpstr>Python: Exploratory Data Analysis</vt:lpstr>
      <vt:lpstr>Power BI: Dashboard &amp; Visualization</vt:lpstr>
      <vt:lpstr>PowerPoint Presentation</vt:lpstr>
      <vt:lpstr>PowerPoint Presentation</vt:lpstr>
      <vt:lpstr>PowerPoint Presentation</vt:lpstr>
      <vt:lpstr>Key Business Insights</vt:lpstr>
      <vt:lpstr>Project Outcome </vt:lpstr>
      <vt:lpstr>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Sarumathi U</dc:creator>
  <cp:lastModifiedBy>Sarumathi U</cp:lastModifiedBy>
  <cp:revision>1</cp:revision>
  <dcterms:created xsi:type="dcterms:W3CDTF">2026-08-19T07:26:56Z</dcterms:created>
  <dcterms:modified xsi:type="dcterms:W3CDTF">2026-08-20T09:45:56Z</dcterms:modified>
</cp:coreProperties>
</file>